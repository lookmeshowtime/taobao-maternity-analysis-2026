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淘宝母婴购物数据分析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Taobao Maternity Shopping Data Analysis\n\n基于阿里云天池数据集\n2026年2月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分析目标：洞察母婴电商平台用户行为和商品偏好</a:t>
            </a:r>
          </a:p>
          <a:p>
            <a:pPr/>
            <a:r>
              <a:t>数据规模：1,000位用户，15,000条交易记录</a:t>
            </a:r>
          </a:p>
          <a:p>
            <a:pPr/>
            <a:r>
              <a:t>时间跨度：2012-2015年</a:t>
            </a:r>
          </a:p>
          <a:p>
            <a:pPr/>
            <a:r>
              <a:t>核心指标：用户画像、商品分析、时间趋势、RFM价值分析</a:t>
            </a:r>
          </a:p>
          <a:p>
            <a:pPr/>
            <a:r>
              <a:t>数据来源：阿里云天池数据集 #45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冠军客户占比14.5%，是平台核心收入来源</a:t>
            </a:r>
          </a:p>
          <a:p>
            <a:pPr/>
            <a:r>
              <a:t>18.7%客户存在流失风险，需立即召回</a:t>
            </a:r>
          </a:p>
          <a:p>
            <a:pPr/>
            <a:r>
              <a:t>1-2岁是购买高峰期，占比49.4%</a:t>
            </a:r>
          </a:p>
          <a:p>
            <a:pPr/>
            <a:r>
              <a:t>品类销量相对均衡，差异&lt;5%</a:t>
            </a:r>
          </a:p>
          <a:p>
            <a:pPr/>
            <a:r>
              <a:t>平台年增长率稳定在2-3%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用户画像分析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性别分布：男女婴比例均衡（46% vs 44%）</a:t>
            </a:r>
          </a:p>
          <a:p>
            <a:pPr/>
            <a:r>
              <a:t>黄金年龄段：1-2岁是核心购买期</a:t>
            </a:r>
          </a:p>
          <a:p>
            <a:pPr/>
            <a:r>
              <a:t>年龄与频次：3岁以上用户购买频次最高（6.45次/人）</a:t>
            </a:r>
          </a:p>
          <a:p>
            <a:pPr/>
            <a:r>
              <a:t>增长潜力：0-12个月是潜力培育期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商品品类分析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品类均衡：Top 5品类销量差异&lt;5%</a:t>
            </a:r>
          </a:p>
          <a:p>
            <a:pPr/>
            <a:r>
              <a:t>广泛覆盖：各品类覆盖约95%用户</a:t>
            </a:r>
          </a:p>
          <a:p>
            <a:pPr/>
            <a:r>
              <a:t>订单结构：85%订单≤5件，中小订单为主</a:t>
            </a:r>
          </a:p>
          <a:p>
            <a:pPr/>
            <a:r>
              <a:t>热销品类：50014815略领先，但优势不明显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时间趋势分析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年度增长：年增长率2-3%，增长稳定</a:t>
            </a:r>
          </a:p>
          <a:p>
            <a:pPr/>
            <a:r>
              <a:t>用户粘性：用户基数稳定在970-980人</a:t>
            </a:r>
          </a:p>
          <a:p>
            <a:pPr/>
            <a:r>
              <a:t>无季节性：全年销售均匀分布</a:t>
            </a:r>
          </a:p>
          <a:p>
            <a:pPr/>
            <a:r>
              <a:t>复购率高：平台处于稳定增长期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RFM客户价值分析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冠军客户（14.5%）：高活跃+高频次+高消费</a:t>
            </a:r>
          </a:p>
          <a:p>
            <a:pPr/>
            <a:r>
              <a:t>重要保持客户（18.0%）：购买频次稳定</a:t>
            </a:r>
          </a:p>
          <a:p>
            <a:pPr/>
            <a:r>
              <a:t>重要挽留客户（18.7%）：曾经活跃但近期未购买</a:t>
            </a:r>
          </a:p>
          <a:p>
            <a:pPr/>
            <a:r>
              <a:t>重要发展客户（11.3%）：新客户，潜力待挖掘</a:t>
            </a:r>
          </a:p>
          <a:p>
            <a:pPr/>
            <a:r>
              <a:t>不可失去客户（5.9%）：曾经高价值，近期沉默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业务建议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P0 - 冠军客户VIP专属服务：145位核心客户</a:t>
            </a:r>
          </a:p>
          <a:p>
            <a:pPr/>
            <a:r>
              <a:t>P0 - 流失客户召回活动：187位风险客户</a:t>
            </a:r>
          </a:p>
          <a:p>
            <a:pPr/>
            <a:r>
              <a:t>P1 - 忠诚客户升单计划：180位忠诚客户</a:t>
            </a:r>
          </a:p>
          <a:p>
            <a:pPr/>
            <a:r>
              <a:t>P1 - 新客户培育计划：113位新客户</a:t>
            </a:r>
          </a:p>
          <a:p>
            <a:pPr/>
            <a:r>
              <a:t>P2 - 1-2岁用户专项运营：核心年龄段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You\n\n数据分析驱动业务增长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