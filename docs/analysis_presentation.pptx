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📊 淘宝母婴购物数据分析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基于阿里云天池数据集 #45</a:t>
            </a:r>
          </a:p>
          <a:p>
            <a:r>
              <a:t>分析日期：2026-02-24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数据来源：阿里云天池数据集 #45</a:t>
            </a:r>
          </a:p>
          <a:p>
            <a:pPr/>
            <a:r>
              <a:t>分析内容：用户画像、商品分析、购买行为、RFM价值分析</a:t>
            </a:r>
          </a:p>
          <a:p>
            <a:pPr/>
            <a:r>
              <a:t>样本规模：1,000用户 / 15,000条交易记录</a:t>
            </a:r>
          </a:p>
          <a:p>
            <a:pPr/>
            <a:r>
              <a:t>分析工具：Python + Pandas + Matplotlib + Seaborn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用户画像：性别分布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女婴：461人 (46.1%)</a:t>
            </a:r>
          </a:p>
          <a:p>
            <a:pPr/>
            <a:r>
              <a:t>男婴：439人 (43.9%)</a:t>
            </a:r>
          </a:p>
          <a:p>
            <a:pPr/>
            <a:r>
              <a:t>未知：100人 (10.0%)</a:t>
            </a:r>
          </a:p>
          <a:p>
            <a:pPr/>
          </a:p>
          <a:p>
            <a:pPr/>
            <a:r>
              <a:t>洞察：男女婴用户比例基本均衡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用户画像：购买年龄分布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0-6个月：21.6%</a:t>
            </a:r>
          </a:p>
          <a:p>
            <a:pPr/>
            <a:r>
              <a:t>6-12个月：24.4%</a:t>
            </a:r>
          </a:p>
          <a:p>
            <a:pPr/>
            <a:r>
              <a:t>1-2岁：49.4% ⭐</a:t>
            </a:r>
          </a:p>
          <a:p>
            <a:pPr/>
            <a:r>
              <a:t>2-3岁：43.1%</a:t>
            </a:r>
          </a:p>
          <a:p>
            <a:pPr/>
            <a:r>
              <a:t>3岁以上：59.1%</a:t>
            </a:r>
          </a:p>
          <a:p>
            <a:pPr/>
          </a:p>
          <a:p>
            <a:pPr/>
            <a:r>
              <a:t>核心发现：1-2岁是黄金消费期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商品分析：品类销量排行 (Top5)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50014815：10,302件 (20.5%)</a:t>
            </a:r>
          </a:p>
          <a:p>
            <a:pPr/>
            <a:r>
              <a:t>38：10,159件 (20.2%)</a:t>
            </a:r>
          </a:p>
          <a:p>
            <a:pPr/>
            <a:r>
              <a:t>50022520：10,133件 (20.1%)</a:t>
            </a:r>
          </a:p>
          <a:p>
            <a:pPr/>
            <a:r>
              <a:t>28：9,945件 (19.8%)</a:t>
            </a:r>
          </a:p>
          <a:p>
            <a:pPr/>
            <a:r>
              <a:t>50008168：9,797件 (19.5%)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商品分析：购买量分布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1件订单：37.5% (5,625条)</a:t>
            </a:r>
          </a:p>
          <a:p>
            <a:pPr/>
            <a:r>
              <a:t>2件订单：25.0% (3,750条)</a:t>
            </a:r>
          </a:p>
          <a:p>
            <a:pPr/>
            <a:r>
              <a:t>3件订单：12.5% (1,875条)</a:t>
            </a:r>
          </a:p>
          <a:p>
            <a:pPr/>
            <a:r>
              <a:t>4件订单：6.25% (938条)</a:t>
            </a:r>
          </a:p>
          <a:p>
            <a:pPr/>
            <a:r>
              <a:t>5件订单：3.13% (469条)</a:t>
            </a:r>
          </a:p>
          <a:p>
            <a:pPr/>
            <a:r>
              <a:t>6-10件：6.25% (938条)</a:t>
            </a:r>
          </a:p>
          <a:p>
            <a:pPr/>
            <a:r>
              <a:t>10件以上：3.75% (563条)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时间趋势：年度销售数据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2012：3,656笔 / 12,247件 / 967人</a:t>
            </a:r>
          </a:p>
          <a:p>
            <a:pPr/>
            <a:r>
              <a:t>2013：3,735笔 / 12,598件 / 976人 (+2.2%)</a:t>
            </a:r>
          </a:p>
          <a:p>
            <a:pPr/>
            <a:r>
              <a:t>2014：3,799笔 / 12,650件 / 981人 (+1.7%)</a:t>
            </a:r>
          </a:p>
          <a:p>
            <a:pPr/>
            <a:r>
              <a:t>2015：3,810笔 / 12,841件 / 975人 (+0.3%)</a:t>
            </a:r>
          </a:p>
          <a:p>
            <a:pPr/>
          </a:p>
          <a:p>
            <a:pPr/>
            <a:r>
              <a:t>洞察：年增长率2-3%，增长稳定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RFM客户价值分析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🌟 冠军客户：145人 (14.5%)</a:t>
            </a:r>
          </a:p>
          <a:p>
            <a:pPr/>
            <a:r>
              <a:t>🔄 重要保持：180人 (18.0%)</a:t>
            </a:r>
          </a:p>
          <a:p>
            <a:pPr/>
            <a:r>
              <a:t>⚠️ 重要挽留：187人 (18.7%) ⚠️</a:t>
            </a:r>
          </a:p>
          <a:p>
            <a:pPr/>
            <a:r>
              <a:t>🌱 重要发展：113人 (11.3%)</a:t>
            </a:r>
          </a:p>
          <a:p>
            <a:pPr/>
            <a:r>
              <a:t>🚨 重要挽留(不可失去)：59人 (5.9%)</a:t>
            </a:r>
          </a:p>
          <a:p>
            <a:pPr/>
            <a:r>
              <a:t>📋 其他：316人 (31.6%)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核心发现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用户洞察：</a:t>
            </a:r>
          </a:p>
          <a:p>
            <a:pPr/>
            <a:r>
              <a:t>  • 男女婴比例均衡 (46% vs 44%)</a:t>
            </a:r>
          </a:p>
          <a:p>
            <a:pPr/>
            <a:r>
              <a:t>  • 1-2岁是黄金购买期 (49.4%)</a:t>
            </a:r>
          </a:p>
          <a:p>
            <a:pPr/>
            <a:r>
              <a:t>  • 复购率高，用户基数稳定</a:t>
            </a:r>
          </a:p>
          <a:p>
            <a:pPr/>
          </a:p>
          <a:p>
            <a:pPr/>
            <a:r>
              <a:t>商品洞察：</a:t>
            </a:r>
          </a:p>
          <a:p>
            <a:pPr/>
            <a:r>
              <a:t>  • 前5大品类销量均衡</a:t>
            </a:r>
          </a:p>
          <a:p>
            <a:pPr/>
            <a:r>
              <a:t>  • 中小订单为主 (85%≤5件)</a:t>
            </a:r>
          </a:p>
          <a:p>
            <a:pPr/>
          </a:p>
          <a:p>
            <a:pPr/>
            <a:r>
              <a:t>价值洞察：</a:t>
            </a:r>
          </a:p>
          <a:p>
            <a:pPr/>
            <a:r>
              <a:t>  • 14.5%冠军客户是核心收入</a:t>
            </a:r>
          </a:p>
          <a:p>
            <a:pPr/>
            <a:r>
              <a:t>  • 18.7%客户有流失风险，需立即召回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业务建议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P0 紧急：</a:t>
            </a:r>
          </a:p>
          <a:p>
            <a:pPr/>
            <a:r>
              <a:t>  • VIP专属服务 (冠军客户)</a:t>
            </a:r>
          </a:p>
          <a:p>
            <a:pPr/>
            <a:r>
              <a:t>  • 流失客户召回活动 (风险客户)</a:t>
            </a:r>
          </a:p>
          <a:p>
            <a:pPr/>
          </a:p>
          <a:p>
            <a:pPr/>
            <a:r>
              <a:t>P1 重要：</a:t>
            </a:r>
          </a:p>
          <a:p>
            <a:pPr/>
            <a:r>
              <a:t>  • 忠诚客户升单计划</a:t>
            </a:r>
          </a:p>
          <a:p>
            <a:pPr/>
            <a:r>
              <a:t>  • 新客户培育计划</a:t>
            </a:r>
          </a:p>
          <a:p>
            <a:pPr/>
            <a:r>
              <a:t>  • 1-2岁用户专项运营</a:t>
            </a:r>
          </a:p>
          <a:p>
            <a:pPr/>
          </a:p>
          <a:p>
            <a:pPr/>
            <a:r>
              <a:t>P2 优化：</a:t>
            </a:r>
          </a:p>
          <a:p>
            <a:pPr/>
            <a:r>
              <a:t>  • 提升客单价 (目标4件+)</a:t>
            </a:r>
          </a:p>
          <a:p>
            <a:pPr/>
            <a:r>
              <a:t>  • 品类优化推广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冠军客户占比14.5%，是平台核心收入来源</a:t>
            </a:r>
          </a:p>
          <a:p/>
          <a:p>
            <a:r>
              <a:t>18.7%客户存在流失风险，需立即启动召回策略</a:t>
            </a:r>
          </a:p>
          <a:p/>
          <a:p>
            <a:r>
              <a:t>平台处于稳定增长期，年增长率2-3%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感谢观看！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如有问题或建议，欢迎交流</a:t>
            </a:r>
          </a:p>
          <a:p/>
          <a:p>
            <a:r>
              <a:t>数据来源：阿里云天池</a:t>
            </a:r>
          </a:p>
          <a:p>
            <a:r>
              <a:t>工具：Python + Pandas + Matplotlib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